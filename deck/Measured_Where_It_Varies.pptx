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why health leads once it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leads — once it is measured where it still varies.</a:t>
            </a:r>
          </a:p>
          <a:p>
            <a:pPr>
              <a:lnSpc>
                <a:spcPct val="125000"/>
              </a:lnSpc>
              <a:spcBef>
                <a:spcPts val="0"/>
              </a:spcBef>
              <a:spcAft>
                <a:spcPts val="0"/>
              </a:spcAft>
            </a:pPr>
            <a:r>
              <a:rPr sz="1100" b="0" i="0">
                <a:solidFill>
                  <a:srgbClr val="5A6068"/>
                </a:solidFill>
                <a:latin typeface="Calibri"/>
              </a:rPr>
              <a:t>The domain rankings invert with the instrument. Education runs the same problem in reverse, and social trust cannot yet be checked.</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matters is decided by how you measure it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 the domains and the answer inverts depending on the instrument. Health is the HDI's weakest component and the strongest thing in both the SDG ranking and the ESS. Education is the HDI's strongest and the SDG framework's weakest. Neither disagreement is about the world; both are about how the domain was operationalised.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40% vs 30%</a:t>
            </a:r>
          </a:p>
          <a:p>
            <a:pPr>
              <a:lnSpc>
                <a:spcPct val="120000"/>
              </a:lnSpc>
              <a:spcBef>
                <a:spcPts val="0"/>
              </a:spcBef>
              <a:spcAft>
                <a:spcPts val="0"/>
              </a:spcAft>
            </a:pPr>
            <a:r>
              <a:rPr sz="1000" b="0" i="0">
                <a:solidFill>
                  <a:srgbClr val="8A94A0"/>
                </a:solidFill>
                <a:latin typeface="Calibri"/>
              </a:rPr>
              <a:t>HDI's five vs five random SDG series, same countries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a:t>
            </a:r>
          </a:p>
          <a:p>
            <a:pPr>
              <a:lnSpc>
                <a:spcPct val="120000"/>
              </a:lnSpc>
              <a:spcBef>
                <a:spcPts val="0"/>
              </a:spcBef>
              <a:spcAft>
                <a:spcPts val="0"/>
              </a:spcAft>
            </a:pPr>
            <a:r>
              <a:rPr sz="1000" b="0" i="0">
                <a:solidFill>
                  <a:srgbClr val="8A94A0"/>
                </a:solidFill>
                <a:latin typeface="Calibri"/>
              </a:rPr>
              <a:t>median SDG series: significant in no country</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comparisons, and they do not all point the same way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No single statistic settles which framework tracks wellbeing better, so the commentary should report three and nominate none. Detection: does any indicator show a significant levels association in a given country? The SDG framework reaches 30 of its 42 countries (71%), the HDI 77 of its 150 (51%). This is a fair comparison rather than an artifact — Benjamini–Hochberg under the complete null controls the error rate at the same α whatever the family size — so the SDG lead is genuine statistical power bought with breadth, and should be conceded as such.</a:t>
            </a:r>
          </a:p>
          <a:p>
            <a:pPr>
              <a:lnSpc>
                <a:spcPct val="132000"/>
              </a:lnSpc>
              <a:spcBef>
                <a:spcPts val="0"/>
              </a:spcBef>
              <a:spcAft>
                <a:spcPts val="1100"/>
              </a:spcAft>
            </a:pPr>
            <a:r>
              <a:rPr sz="1150" b="0" i="0">
                <a:solidFill>
                  <a:srgbClr val="5A6068"/>
                </a:solidFill>
                <a:latin typeface="Calibri"/>
              </a:rPr>
              <a:t>Budget-matched: give the SDG framework the same five-indicator budget the HDI gets, drawn at random, 4,000 times. Five random SDG series reach 30% of countries (95% range 19–40%); the HDI's chosen five reach 40% on the same countries. The HDI's selection beats a random five — but lands at the top edge of the random range, not outside it. Most of the SDG framework's advantage in the first comparison is explained by indicator count, and the HDI's advantage at matched budget is real but modest.</a:t>
            </a:r>
          </a:p>
          <a:p>
            <a:pPr>
              <a:lnSpc>
                <a:spcPct val="132000"/>
              </a:lnSpc>
              <a:spcBef>
                <a:spcPts val="0"/>
              </a:spcBef>
              <a:spcAft>
                <a:spcPts val="1100"/>
              </a:spcAft>
            </a:pPr>
            <a:r>
              <a:rPr sz="1150" b="0" i="0">
                <a:solidFill>
                  <a:srgbClr val="5A6068"/>
                </a:solidFill>
                <a:latin typeface="Calibri"/>
              </a:rPr>
              <a:t>Per indicator: across the 609 SDG series with usable coverage the median series is significant in no country at all, and 54% never clear FDR anywhere. The HDI composite, mean schooling and GNI per capita each beat essentially the whole field; even life expectancy, the HDI's weakest component, beats 90% of it. This is the strongest claim because it requires no cross-framework normalisation — though it does set the HDI's best against the SDG median, and the budget-matched test shows that is a generous framing.</a:t>
            </a:r>
          </a:p>
          <a:p>
            <a:pPr>
              <a:lnSpc>
                <a:spcPct val="132000"/>
              </a:lnSpc>
              <a:spcBef>
                <a:spcPts val="0"/>
              </a:spcBef>
              <a:spcAft>
                <a:spcPts val="1100"/>
              </a:spcAft>
            </a:pPr>
            <a:r>
              <a:rPr sz="1150" b="0" i="0">
                <a:solidFill>
                  <a:srgbClr val="5A6068"/>
                </a:solidFill>
                <a:latin typeface="Calibri"/>
              </a:rPr>
              <a:t>An earlier draft normalised by the share of each country's own indicators. That was dropped: it penalises breadth for its own sake — bolt a hundred irrelevant series onto the HDI and its score collapses without any loss of information — and the error-rate argument above shows the detection comparison never needed rescuing.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except panel b which restricts the HDI to the 42 SDG countries so the budgets are comparable.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150"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a:p>
            <a:pPr>
              <a:lnSpc>
                <a:spcPct val="132000"/>
              </a:lnSpc>
              <a:spcBef>
                <a:spcPts val="0"/>
              </a:spcBef>
              <a:spcAft>
                <a:spcPts val="1100"/>
              </a:spcAft>
            </a:pPr>
            <a:r>
              <a:rPr sz="1150" b="0" i="0">
                <a:solidFill>
                  <a:srgbClr val="5A6068"/>
                </a:solidFill>
                <a:latin typeface="Calibri"/>
              </a:rPr>
              <a:t>Act III adds a second external check at the regional scale: GDL's externally measured health index leads its education and income indices within countries too, so the health result now holds under administrative measurement at both the national and the regional level.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domains, two frameworks, two opposite verdicts, and in both cases the disagreement is about measurement rather than about the world. Health leads once it is measured somewhere it still varies; education leads once it is measured as attainment rather than parity. The commentary's contribution is not a ranking of domains but the demonstration that the ranking is an artefact of operationalisation — and that both domains survive when measured properly, while trust cannot yet be checked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15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