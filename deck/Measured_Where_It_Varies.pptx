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So we can analyze the levels.</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emerge: education, health, and social trust.</a:t>
            </a:r>
          </a:p>
          <a:p>
            <a:pPr>
              <a:lnSpc>
                <a:spcPct val="125000"/>
              </a:lnSpc>
              <a:spcBef>
                <a:spcPts val="0"/>
              </a:spcBef>
              <a:spcAft>
                <a:spcPts val="0"/>
              </a:spcAft>
            </a:pPr>
            <a:r>
              <a:rPr sz="1100" b="0" i="0">
                <a:solidFill>
                  <a:srgbClr val="5A6068"/>
                </a:solidFill>
                <a:latin typeface="Calibri"/>
              </a:rPr>
              <a:t>But each framework sees a different subset, for a different reason: the wrong construct, a variable that stopped varying, or no coverage at all.</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disconnect between what frameworks capture and what predicts lived experience, with implications for each domain.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predicts wellbeing at the levels? Three findings.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75" b="0" i="1">
                <a:solidFill>
                  <a:srgbClr val="9AA4B0"/>
                </a:solidFill>
                <a:latin typeface="Georgia"/>
              </a:rPr>
              <a:t>Three domains emerge when you ask which indicators of education, health, and social trust predict life satisfaction at the levels. But each framework sees a different subset — not because the domains differ across contexts, but because of three distinct reasons frameworks fail to capture what matters for lived experience.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DISCUSSION · THE COVERAGE GAP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Each framework's construction choices — which construct to count, which variable to measure, which domains to collect at all — determine what it can see. The problem is not the domains; the problem is the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